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17"/>
  </p:notesMasterIdLst>
  <p:sldIdLst>
    <p:sldId id="257" r:id="rId5"/>
    <p:sldId id="385" r:id="rId6"/>
    <p:sldId id="387" r:id="rId7"/>
    <p:sldId id="395" r:id="rId8"/>
    <p:sldId id="392" r:id="rId9"/>
    <p:sldId id="394" r:id="rId10"/>
    <p:sldId id="388" r:id="rId11"/>
    <p:sldId id="389" r:id="rId12"/>
    <p:sldId id="390" r:id="rId13"/>
    <p:sldId id="391" r:id="rId14"/>
    <p:sldId id="393" r:id="rId15"/>
    <p:sldId id="363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EBE"/>
    <a:srgbClr val="706F6F"/>
    <a:srgbClr val="999998"/>
    <a:srgbClr val="9E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27" autoAdjust="0"/>
  </p:normalViewPr>
  <p:slideViewPr>
    <p:cSldViewPr showGuides="1">
      <p:cViewPr varScale="1">
        <p:scale>
          <a:sx n="81" d="100"/>
          <a:sy n="81" d="100"/>
        </p:scale>
        <p:origin x="216" y="90"/>
      </p:cViewPr>
      <p:guideLst/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25/04/20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/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/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87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 smtClean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400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  <a:p>
            <a:pPr lvl="3"/>
            <a:r>
              <a:rPr lang="en-US" altLang="ja-JP" noProof="0" smtClean="0"/>
              <a:t>Fourth level</a:t>
            </a:r>
          </a:p>
          <a:p>
            <a:pPr lvl="4"/>
            <a:r>
              <a:rPr lang="en-US" altLang="ja-JP" noProof="0" smtClean="0"/>
              <a:t>Fifth level</a:t>
            </a:r>
            <a:endParaRPr lang="en-US" noProof="0" dirty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091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  <a:p>
            <a:pPr lvl="3"/>
            <a:r>
              <a:rPr lang="en-US" altLang="ja-JP" noProof="0" smtClean="0"/>
              <a:t>Fourth level</a:t>
            </a:r>
          </a:p>
          <a:p>
            <a:pPr lvl="4"/>
            <a:r>
              <a:rPr lang="en-US" altLang="ja-JP" noProof="0" smtClean="0"/>
              <a:t>Fifth level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  <a:p>
            <a:pPr lvl="3"/>
            <a:r>
              <a:rPr lang="en-US" altLang="ja-JP" noProof="0" smtClean="0"/>
              <a:t>Fourth level</a:t>
            </a:r>
          </a:p>
          <a:p>
            <a:pPr lvl="4"/>
            <a:r>
              <a:rPr lang="en-US" altLang="ja-JP" noProof="0" smtClean="0"/>
              <a:t>Fifth level</a:t>
            </a:r>
            <a:endParaRPr lang="en-US" noProof="0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039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  <a:p>
            <a:pPr lvl="3"/>
            <a:r>
              <a:rPr lang="en-US" altLang="ja-JP" noProof="0" smtClean="0"/>
              <a:t>Fourth level</a:t>
            </a:r>
          </a:p>
          <a:p>
            <a:pPr lvl="4"/>
            <a:r>
              <a:rPr lang="en-US" altLang="ja-JP" noProof="0" smtClean="0"/>
              <a:t>Fifth level</a:t>
            </a:r>
            <a:endParaRPr lang="en-US" noProof="0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62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  <a:p>
            <a:pPr lvl="3"/>
            <a:r>
              <a:rPr lang="en-US" altLang="ja-JP" noProof="0" smtClean="0"/>
              <a:t>Fourth level</a:t>
            </a:r>
          </a:p>
          <a:p>
            <a:pPr lvl="4"/>
            <a:r>
              <a:rPr lang="en-US" altLang="ja-JP" noProof="0" smtClean="0"/>
              <a:t>Fifth level</a:t>
            </a:r>
            <a:endParaRPr lang="en-US" noProof="0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330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88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  <a:p>
            <a:pPr lvl="3"/>
            <a:r>
              <a:rPr lang="en-US" altLang="ja-JP" noProof="0" smtClean="0"/>
              <a:t>Fourth level</a:t>
            </a:r>
          </a:p>
          <a:p>
            <a:pPr lvl="4"/>
            <a:r>
              <a:rPr lang="en-US" altLang="ja-JP" noProof="0" smtClean="0"/>
              <a:t>Fifth level</a:t>
            </a:r>
            <a:endParaRPr lang="en-US" noProof="0" dirty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953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3291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029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 smtClean="0"/>
              <a:t>Click to edit Master text styles</a:t>
            </a:r>
          </a:p>
          <a:p>
            <a:pPr lvl="1"/>
            <a:r>
              <a:rPr kumimoji="1" lang="en-US" altLang="ja-JP" noProof="0" smtClean="0"/>
              <a:t>Second level</a:t>
            </a:r>
          </a:p>
          <a:p>
            <a:pPr lvl="2"/>
            <a:r>
              <a:rPr kumimoji="1" lang="en-US" altLang="ja-JP" noProof="0" smtClean="0"/>
              <a:t>Third level</a:t>
            </a:r>
          </a:p>
          <a:p>
            <a:pPr lvl="3"/>
            <a:r>
              <a:rPr kumimoji="1" lang="en-US" altLang="ja-JP" noProof="0" smtClean="0"/>
              <a:t>Fourth level</a:t>
            </a:r>
          </a:p>
          <a:p>
            <a:pPr lvl="4"/>
            <a:r>
              <a:rPr kumimoji="1" lang="en-US" altLang="ja-JP" noProof="0" smtClean="0"/>
              <a:t>Fifth level</a:t>
            </a:r>
            <a:endParaRPr kumimoji="1" lang="en-US" noProof="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860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1197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 smtClean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  <a:p>
            <a:pPr lvl="2"/>
            <a:r>
              <a:rPr lang="en-US" altLang="ja-JP" noProof="0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067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457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  <a:p>
            <a:pPr lvl="1"/>
            <a:r>
              <a:rPr lang="en-US" altLang="ja-JP" noProof="0" smtClean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0298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94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2020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RENESAS+Tagline.png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6400235"/>
            <a:ext cx="3092559" cy="341133"/>
          </a:xfrm>
          <a:prstGeom prst="rect">
            <a:avLst/>
          </a:prstGeom>
        </p:spPr>
      </p:pic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76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68" r:id="rId9"/>
    <p:sldLayoutId id="2147483745" r:id="rId10"/>
    <p:sldLayoutId id="2147483746" r:id="rId11"/>
    <p:sldLayoutId id="2147483769" r:id="rId12"/>
    <p:sldLayoutId id="2147483747" r:id="rId13"/>
    <p:sldLayoutId id="2147483748" r:id="rId14"/>
    <p:sldLayoutId id="2147483771" r:id="rId15"/>
    <p:sldLayoutId id="2147483750" r:id="rId16"/>
    <p:sldLayoutId id="214748375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890" userDrawn="1">
          <p15:clr>
            <a:srgbClr val="F26B43"/>
          </p15:clr>
        </p15:guide>
        <p15:guide id="8" orient="horz" pos="618" userDrawn="1">
          <p15:clr>
            <a:srgbClr val="F26B43"/>
          </p15:clr>
        </p15:guide>
        <p15:guide id="9" orient="horz" pos="346" userDrawn="1">
          <p15:clr>
            <a:srgbClr val="F26B43"/>
          </p15:clr>
        </p15:guide>
        <p15:guide id="10" orient="horz" pos="4201" userDrawn="1">
          <p15:clr>
            <a:srgbClr val="F26B43"/>
          </p15:clr>
        </p15:guide>
        <p15:guide id="11" orient="horz" pos="709" userDrawn="1">
          <p15:clr>
            <a:srgbClr val="F26B43"/>
          </p15:clr>
        </p15:guide>
        <p15:guide id="12" orient="horz" pos="3984" userDrawn="1">
          <p15:clr>
            <a:srgbClr val="F26B43"/>
          </p15:clr>
        </p15:guide>
        <p15:guide id="13" pos="52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models/raw/master/vision/object_detection_segmentation/tiny_yolov3/model/yolov3-tiny.tar.gz" TargetMode="Externa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onnxruntime" TargetMode="External"/><Relationship Id="rId2" Type="http://schemas.openxmlformats.org/officeDocument/2006/relationships/hyperlink" Target="https://github.com/onnx/onnx.git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wmf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>
          <a:xfrm>
            <a:off x="1080000" y="-1"/>
            <a:ext cx="6312144" cy="2592000"/>
          </a:xfrm>
        </p:spPr>
        <p:txBody>
          <a:bodyPr/>
          <a:lstStyle/>
          <a:p>
            <a:r>
              <a:rPr lang="en-US"/>
              <a:t>Investigation report for porting ONNX runtime </a:t>
            </a:r>
            <a:r>
              <a:rPr lang="en-US" smtClean="0"/>
              <a:t>1.0.0 on python/C#</a:t>
            </a:r>
            <a:endParaRPr kumimoji="1" lang="en-US" altLang="ja-JP" cap="all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080000" y="2623366"/>
            <a:ext cx="6312144" cy="1348401"/>
          </a:xfrm>
        </p:spPr>
        <p:txBody>
          <a:bodyPr wrap="square">
            <a:spAutoFit/>
          </a:bodyPr>
          <a:lstStyle/>
          <a:p>
            <a:r>
              <a:rPr lang="en-US" smtClean="0"/>
              <a:t>Apr-15, 2020</a:t>
            </a:r>
            <a:endParaRPr lang="en-US" dirty="0"/>
          </a:p>
          <a:p>
            <a:r>
              <a:rPr lang="en-US" smtClean="0"/>
              <a:t>Hoaphan </a:t>
            </a:r>
          </a:p>
          <a:p>
            <a:r>
              <a:rPr lang="en-US" smtClean="0"/>
              <a:t>AI Project</a:t>
            </a:r>
            <a:r>
              <a:rPr lang="en-US"/>
              <a:t> </a:t>
            </a:r>
            <a:r>
              <a:rPr lang="en-US" smtClean="0"/>
              <a:t>- SS32</a:t>
            </a:r>
            <a:endParaRPr lang="en-US" dirty="0"/>
          </a:p>
          <a:p>
            <a:r>
              <a:rPr lang="en-US" dirty="0"/>
              <a:t>Renesas Electronics Corporation</a:t>
            </a:r>
          </a:p>
        </p:txBody>
      </p:sp>
    </p:spTree>
    <p:extLst>
      <p:ext uri="{BB962C8B-B14F-4D97-AF65-F5344CB8AC3E}">
        <p14:creationId xmlns:p14="http://schemas.microsoft.com/office/powerpoint/2010/main" val="210882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/>
              <a:t>Agenda</a:t>
            </a:r>
            <a:endParaRPr lang="en-US" dirty="0"/>
          </a:p>
        </p:txBody>
      </p:sp>
      <p:sp>
        <p:nvSpPr>
          <p:cNvPr id="6" name="Inhaltsplatzhalter 3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74359"/>
          </a:xfrm>
        </p:spPr>
        <p:txBody>
          <a:bodyPr/>
          <a:lstStyle/>
          <a:p>
            <a:r>
              <a:rPr lang="en-US"/>
              <a:t>Prepare test data file for python</a:t>
            </a:r>
            <a:r>
              <a:rPr lang="en-US" dirty="0"/>
              <a:t>	</a:t>
            </a:r>
            <a:r>
              <a:rPr lang="en-US" b="1"/>
              <a:t>Page </a:t>
            </a:r>
            <a:r>
              <a:rPr lang="en-US" b="1" smtClean="0"/>
              <a:t>3</a:t>
            </a:r>
            <a:endParaRPr lang="en-US" b="1" dirty="0"/>
          </a:p>
          <a:p>
            <a:r>
              <a:rPr lang="en-US"/>
              <a:t>Prepare test data file for </a:t>
            </a:r>
            <a:r>
              <a:rPr lang="en-US" smtClean="0"/>
              <a:t>C#</a:t>
            </a:r>
            <a:r>
              <a:rPr lang="en-US" dirty="0"/>
              <a:t>	</a:t>
            </a:r>
            <a:r>
              <a:rPr lang="en-US" b="1"/>
              <a:t>Page </a:t>
            </a:r>
            <a:r>
              <a:rPr lang="en-US" b="1" smtClean="0"/>
              <a:t>4</a:t>
            </a:r>
            <a:endParaRPr lang="en-US" dirty="0"/>
          </a:p>
          <a:p>
            <a:r>
              <a:rPr lang="en-US"/>
              <a:t>Porting onnxruntime 1.0.0 on python</a:t>
            </a:r>
            <a:r>
              <a:rPr lang="en-US" dirty="0"/>
              <a:t>	</a:t>
            </a:r>
            <a:r>
              <a:rPr lang="en-US" b="1"/>
              <a:t>Page </a:t>
            </a:r>
            <a:r>
              <a:rPr lang="en-US" b="1" smtClean="0"/>
              <a:t>5</a:t>
            </a:r>
            <a:endParaRPr lang="en-US" b="1" dirty="0"/>
          </a:p>
          <a:p>
            <a:r>
              <a:rPr lang="en-US"/>
              <a:t>Porting onnxruntime 1.0.0 on </a:t>
            </a:r>
            <a:r>
              <a:rPr lang="en-US" smtClean="0"/>
              <a:t>C#</a:t>
            </a:r>
            <a:r>
              <a:rPr lang="en-US" dirty="0"/>
              <a:t>	</a:t>
            </a:r>
            <a:r>
              <a:rPr lang="en-US" b="1"/>
              <a:t>Page </a:t>
            </a:r>
            <a:r>
              <a:rPr lang="en-US" b="1" smtClean="0"/>
              <a:t>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9250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Prepare test data file for python</a:t>
            </a:r>
            <a:endParaRPr kumimoji="1" lang="en-US" dirty="0"/>
          </a:p>
        </p:txBody>
      </p:sp>
      <p:sp>
        <p:nvSpPr>
          <p:cNvPr id="5" name="テキスト プレースホルダー 3"/>
          <p:cNvSpPr txBox="1">
            <a:spLocks/>
          </p:cNvSpPr>
          <p:nvPr/>
        </p:nvSpPr>
        <p:spPr>
          <a:xfrm>
            <a:off x="467998" y="1424991"/>
            <a:ext cx="11244575" cy="34799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mtClean="0"/>
              <a:t>This investigation report will run </a:t>
            </a:r>
            <a:r>
              <a:rPr lang="en-US" b="1" smtClean="0"/>
              <a:t>sigmoid</a:t>
            </a:r>
            <a:r>
              <a:rPr lang="en-US" smtClean="0"/>
              <a:t> on </a:t>
            </a:r>
            <a:r>
              <a:rPr lang="en-US" b="1" smtClean="0"/>
              <a:t>Python</a:t>
            </a:r>
            <a:r>
              <a:rPr lang="en-US" smtClean="0"/>
              <a:t>, so need to prepare the Input/output data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Unzip the attached test_data_set_0.zip: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/>
          </a:p>
          <a:p>
            <a:pPr lvl="2">
              <a:buFont typeface="Wingdings" panose="05000000000000000000" pitchFamily="2" charset="2"/>
              <a:buChar char="Ø"/>
            </a:pPr>
            <a:r>
              <a:rPr lang="en-US"/>
              <a:t>Put the </a:t>
            </a:r>
            <a:r>
              <a:rPr lang="en-US" b="1" smtClean="0"/>
              <a:t>convert_pb_to_txt_sigmoid.py</a:t>
            </a:r>
            <a:r>
              <a:rPr lang="en-US" smtClean="0"/>
              <a:t> on the folder as below: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Run command to convert: </a:t>
            </a:r>
            <a:r>
              <a:rPr lang="en-US" b="1"/>
              <a:t>python3 </a:t>
            </a:r>
            <a:r>
              <a:rPr lang="en-US" b="1" smtClean="0"/>
              <a:t>convert_pb_to_txt_sigmoid.py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/>
              <a:t>The </a:t>
            </a:r>
            <a:r>
              <a:rPr lang="en-US" b="1"/>
              <a:t>convert_pb_to_txt_sigmoid.py</a:t>
            </a:r>
            <a:r>
              <a:rPr lang="en-US" smtClean="0"/>
              <a:t> script will convert .pb file to .txt file</a:t>
            </a:r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7657332" y="4509120"/>
            <a:ext cx="835603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430187"/>
              </p:ext>
            </p:extLst>
          </p:nvPr>
        </p:nvGraphicFramePr>
        <p:xfrm>
          <a:off x="4655840" y="1844824"/>
          <a:ext cx="1968818" cy="881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Packager Shell Object" showAsIcon="1" r:id="rId3" imgW="883440" imgH="394920" progId="Package">
                  <p:embed/>
                </p:oleObj>
              </mc:Choice>
              <mc:Fallback>
                <p:oleObj name="Packager Shell Object" showAsIcon="1" r:id="rId3" imgW="883440" imgH="394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55840" y="1844824"/>
                        <a:ext cx="1968818" cy="881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349279"/>
              </p:ext>
            </p:extLst>
          </p:nvPr>
        </p:nvGraphicFramePr>
        <p:xfrm>
          <a:off x="1055440" y="3164954"/>
          <a:ext cx="3024336" cy="831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Packager Shell Object" showAsIcon="1" r:id="rId5" imgW="1438200" imgH="394920" progId="Package">
                  <p:embed/>
                </p:oleObj>
              </mc:Choice>
              <mc:Fallback>
                <p:oleObj name="Packager Shell Object" showAsIcon="1" r:id="rId5" imgW="1438200" imgH="394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5440" y="3164954"/>
                        <a:ext cx="3024336" cy="831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0249" y="3162904"/>
            <a:ext cx="2295525" cy="5238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8288" y="4241549"/>
            <a:ext cx="2505876" cy="154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32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Prepare test data file for C#</a:t>
            </a:r>
            <a:endParaRPr kumimoji="1" lang="en-US" dirty="0"/>
          </a:p>
        </p:txBody>
      </p:sp>
      <p:sp>
        <p:nvSpPr>
          <p:cNvPr id="5" name="テキスト プレースホルダー 3"/>
          <p:cNvSpPr txBox="1">
            <a:spLocks/>
          </p:cNvSpPr>
          <p:nvPr/>
        </p:nvSpPr>
        <p:spPr>
          <a:xfrm>
            <a:off x="467998" y="1424991"/>
            <a:ext cx="11244575" cy="34799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mtClean="0"/>
              <a:t>This investigation report will run </a:t>
            </a:r>
            <a:r>
              <a:rPr lang="en-US" b="1" smtClean="0"/>
              <a:t>TinyYolov3</a:t>
            </a:r>
            <a:r>
              <a:rPr lang="en-US" smtClean="0"/>
              <a:t> on </a:t>
            </a:r>
            <a:r>
              <a:rPr lang="en-US" b="1" smtClean="0"/>
              <a:t>C#</a:t>
            </a:r>
            <a:r>
              <a:rPr lang="en-US" smtClean="0"/>
              <a:t>, so need to prepare the Input/output data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/>
              <a:t>Download test Moldel and test data from: </a:t>
            </a:r>
            <a:r>
              <a:rPr lang="en-US">
                <a:hlinkClick r:id="rId3"/>
              </a:rPr>
              <a:t>https://</a:t>
            </a:r>
            <a:r>
              <a:rPr lang="en-US" smtClean="0">
                <a:hlinkClick r:id="rId3"/>
              </a:rPr>
              <a:t>github.com/onnx/models/raw/master/vision/object_detection_segmentation/tiny_yolov3/model/yolov3-tiny.tar.gz</a:t>
            </a:r>
            <a:r>
              <a:rPr lang="en-US" smtClean="0"/>
              <a:t> </a:t>
            </a:r>
            <a:endParaRPr lang="en-US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Untar the download file and put to folder as below: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Run command to convert: </a:t>
            </a:r>
            <a:r>
              <a:rPr lang="en-US" b="1"/>
              <a:t>python3 </a:t>
            </a:r>
            <a:r>
              <a:rPr lang="en-US" b="1" smtClean="0"/>
              <a:t>convert_pb_to_txt_Yolov3.py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/>
              <a:t>The </a:t>
            </a:r>
            <a:r>
              <a:rPr lang="en-US" b="1" smtClean="0"/>
              <a:t>convert_pb_to_txt_Yolov3.py</a:t>
            </a:r>
            <a:r>
              <a:rPr lang="en-US"/>
              <a:t> </a:t>
            </a:r>
            <a:r>
              <a:rPr lang="en-US" smtClean="0"/>
              <a:t>script will convert .pb file to .txt file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t="17647" b="17647"/>
          <a:stretch/>
        </p:blipFill>
        <p:spPr>
          <a:xfrm>
            <a:off x="4105436" y="2924944"/>
            <a:ext cx="3969698" cy="792088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789068"/>
              </p:ext>
            </p:extLst>
          </p:nvPr>
        </p:nvGraphicFramePr>
        <p:xfrm>
          <a:off x="770605" y="2924944"/>
          <a:ext cx="3046016" cy="881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Packager Shell Object" showAsIcon="1" r:id="rId5" imgW="1365120" imgH="394920" progId="Package">
                  <p:embed/>
                </p:oleObj>
              </mc:Choice>
              <mc:Fallback>
                <p:oleObj name="Packager Shell Object" showAsIcon="1" r:id="rId5" imgW="1365120" imgH="394920" progId="Package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0605" y="2924944"/>
                        <a:ext cx="3046016" cy="881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0296" y="3508322"/>
            <a:ext cx="1450082" cy="2793191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7657332" y="4509120"/>
            <a:ext cx="835603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9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Porting onnxruntime 1.0.0 on python</a:t>
            </a:r>
            <a:endParaRPr kumimoji="1" lang="en-US" dirty="0"/>
          </a:p>
        </p:txBody>
      </p:sp>
      <p:sp>
        <p:nvSpPr>
          <p:cNvPr id="5" name="テキスト プレースホルダー 3"/>
          <p:cNvSpPr txBox="1">
            <a:spLocks/>
          </p:cNvSpPr>
          <p:nvPr/>
        </p:nvSpPr>
        <p:spPr>
          <a:xfrm>
            <a:off x="467998" y="1424991"/>
            <a:ext cx="11244575" cy="34799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mtClean="0"/>
              <a:t>Install onnx before using onnxruntime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git clone </a:t>
            </a:r>
            <a:r>
              <a:rPr lang="en-US" smtClean="0">
                <a:hlinkClick r:id="rId2"/>
              </a:rPr>
              <a:t>https://github.com/onnx/onnx.git</a:t>
            </a: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git checkout remotes/origin/rel-1.7.0 -B rel-1.7.0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python3 setup.py install</a:t>
            </a:r>
          </a:p>
          <a:p>
            <a:pPr lvl="1"/>
            <a:r>
              <a:rPr lang="en-US" smtClean="0"/>
              <a:t>Build onnxruntime: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git clone --recursive </a:t>
            </a:r>
            <a:r>
              <a:rPr lang="en-US" smtClean="0">
                <a:hlinkClick r:id="rId3"/>
              </a:rPr>
              <a:t>https://github.com/Microsoft/onnxruntime</a:t>
            </a: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cd onnxruntime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git checkout remotes/origin/rel-1.0.0 –B rel-1.0.0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./build.sh --config RelWithDebInfo --build_shared_lib --build_wheel --build_csharp --parallel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6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Porting onnxruntime 1.0.0 on python</a:t>
            </a:r>
            <a:endParaRPr kumimoji="1" lang="en-US" dirty="0"/>
          </a:p>
        </p:txBody>
      </p:sp>
      <p:sp>
        <p:nvSpPr>
          <p:cNvPr id="5" name="テキスト プレースホルダー 3"/>
          <p:cNvSpPr txBox="1">
            <a:spLocks/>
          </p:cNvSpPr>
          <p:nvPr/>
        </p:nvSpPr>
        <p:spPr>
          <a:xfrm>
            <a:off x="467998" y="1424991"/>
            <a:ext cx="11244575" cy="34799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mtClean="0"/>
              <a:t>Run onnx model on python: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Get Load_predict.py and model.onnx 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endParaRPr lang="en-US"/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Modify the link data in </a:t>
            </a:r>
            <a:r>
              <a:rPr lang="en-US" b="1" smtClean="0"/>
              <a:t>Load_predict.py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b="1"/>
          </a:p>
          <a:p>
            <a:pPr lvl="2">
              <a:buFont typeface="Wingdings" panose="05000000000000000000" pitchFamily="2" charset="2"/>
              <a:buChar char="Ø"/>
            </a:pPr>
            <a:endParaRPr lang="en-US" b="1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/>
              <a:t>Run script: </a:t>
            </a:r>
            <a:r>
              <a:rPr lang="en-US" b="1"/>
              <a:t>python3 </a:t>
            </a:r>
            <a:r>
              <a:rPr lang="en-US" b="1" smtClean="0"/>
              <a:t>Load_predict.py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b="1" smtClean="0"/>
              <a:t>The result are the same between output data and expected data</a:t>
            </a:r>
            <a:endParaRPr lang="en-US" b="1"/>
          </a:p>
          <a:p>
            <a:pPr lvl="2">
              <a:buFont typeface="Wingdings" panose="05000000000000000000" pitchFamily="2" charset="2"/>
              <a:buChar char="Ø"/>
            </a:pPr>
            <a:endParaRPr lang="en-US" b="1" smtClean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95790"/>
              </p:ext>
            </p:extLst>
          </p:nvPr>
        </p:nvGraphicFramePr>
        <p:xfrm>
          <a:off x="1487488" y="2424695"/>
          <a:ext cx="1884469" cy="1000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Packager Shell Object" showAsIcon="1" r:id="rId3" imgW="744480" imgH="394920" progId="Package">
                  <p:embed/>
                </p:oleObj>
              </mc:Choice>
              <mc:Fallback>
                <p:oleObj name="Packager Shell Object" showAsIcon="1" r:id="rId3" imgW="744480" imgH="394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7488" y="2424695"/>
                        <a:ext cx="1884469" cy="1000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309817"/>
              </p:ext>
            </p:extLst>
          </p:nvPr>
        </p:nvGraphicFramePr>
        <p:xfrm>
          <a:off x="3865475" y="2424695"/>
          <a:ext cx="1241279" cy="839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Packager Shell Object" showAsIcon="1" r:id="rId5" imgW="583920" imgH="394920" progId="Package">
                  <p:embed/>
                </p:oleObj>
              </mc:Choice>
              <mc:Fallback>
                <p:oleObj name="Packager Shell Object" showAsIcon="1" r:id="rId5" imgW="583920" imgH="394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5475" y="2424695"/>
                        <a:ext cx="1241279" cy="8398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9856" y="3838859"/>
            <a:ext cx="5546288" cy="8508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2144" y="5263730"/>
            <a:ext cx="2085975" cy="952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6144" y="5277173"/>
            <a:ext cx="1691515" cy="954498"/>
          </a:xfrm>
          <a:prstGeom prst="rect">
            <a:avLst/>
          </a:prstGeom>
        </p:spPr>
      </p:pic>
      <p:sp>
        <p:nvSpPr>
          <p:cNvPr id="10" name="Left-Right Arrow 9"/>
          <p:cNvSpPr/>
          <p:nvPr/>
        </p:nvSpPr>
        <p:spPr>
          <a:xfrm>
            <a:off x="9731157" y="5588388"/>
            <a:ext cx="590391" cy="33206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Porting onnxruntime 1.0.0 on </a:t>
            </a:r>
            <a:r>
              <a:rPr lang="en-US" smtClean="0"/>
              <a:t>c#</a:t>
            </a:r>
            <a:endParaRPr kumimoji="1" lang="en-US" dirty="0"/>
          </a:p>
        </p:txBody>
      </p:sp>
      <p:sp>
        <p:nvSpPr>
          <p:cNvPr id="4" name="テキスト プレースホルダー 3"/>
          <p:cNvSpPr txBox="1">
            <a:spLocks/>
          </p:cNvSpPr>
          <p:nvPr/>
        </p:nvSpPr>
        <p:spPr>
          <a:xfrm>
            <a:off x="467998" y="1424991"/>
            <a:ext cx="11244575" cy="34799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mtClean="0"/>
              <a:t>Open MS visual studio</a:t>
            </a:r>
          </a:p>
          <a:p>
            <a:pPr lvl="1"/>
            <a:r>
              <a:rPr lang="en-US" smtClean="0"/>
              <a:t>Create new </a:t>
            </a:r>
            <a:r>
              <a:rPr lang="en-US"/>
              <a:t>project </a:t>
            </a:r>
            <a:r>
              <a:rPr lang="en-US" b="1"/>
              <a:t>TinyYolov3</a:t>
            </a:r>
            <a:endParaRPr lang="en-US" b="1" smtClean="0"/>
          </a:p>
          <a:p>
            <a:pPr lvl="1"/>
            <a:endParaRPr lang="en-US"/>
          </a:p>
          <a:p>
            <a:pPr lvl="1"/>
            <a:endParaRPr lang="en-US" smtClean="0"/>
          </a:p>
          <a:p>
            <a:pPr lvl="1"/>
            <a:endParaRPr lang="en-US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1424991"/>
            <a:ext cx="7952184" cy="48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3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Porting onnxruntime 1.0.0 on </a:t>
            </a:r>
            <a:r>
              <a:rPr lang="en-US" smtClean="0"/>
              <a:t>c#</a:t>
            </a:r>
            <a:endParaRPr kumimoji="1" lang="en-US" dirty="0"/>
          </a:p>
        </p:txBody>
      </p:sp>
      <p:sp>
        <p:nvSpPr>
          <p:cNvPr id="4" name="テキスト プレースホルダー 3"/>
          <p:cNvSpPr txBox="1">
            <a:spLocks/>
          </p:cNvSpPr>
          <p:nvPr/>
        </p:nvSpPr>
        <p:spPr>
          <a:xfrm>
            <a:off x="467998" y="1424991"/>
            <a:ext cx="11244575" cy="34799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mtClean="0"/>
              <a:t>Add CPU Nuget: </a:t>
            </a:r>
            <a:r>
              <a:rPr lang="en-US" b="1" smtClean="0"/>
              <a:t>Microsoft.ML.OnnxRuntime </a:t>
            </a:r>
            <a:r>
              <a:rPr lang="en-US" smtClean="0"/>
              <a:t>(this step to install pre-built lib of C#)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/>
              <a:t>Open </a:t>
            </a:r>
            <a:r>
              <a:rPr lang="en-US" b="1"/>
              <a:t>Solution </a:t>
            </a:r>
            <a:r>
              <a:rPr lang="en-US" b="1" smtClean="0"/>
              <a:t>Explorer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right-click </a:t>
            </a:r>
            <a:r>
              <a:rPr lang="en-US" b="1" smtClean="0"/>
              <a:t>References</a:t>
            </a:r>
            <a:r>
              <a:rPr lang="en-US" smtClean="0"/>
              <a:t> and </a:t>
            </a:r>
            <a:r>
              <a:rPr lang="en-US"/>
              <a:t>select </a:t>
            </a:r>
            <a:r>
              <a:rPr lang="en-US" b="1"/>
              <a:t>Manage NuGet Packages...</a:t>
            </a:r>
          </a:p>
          <a:p>
            <a:pPr lvl="1"/>
            <a:endParaRPr lang="en-US" smtClean="0"/>
          </a:p>
          <a:p>
            <a:pPr lvl="1"/>
            <a:endParaRPr lang="en-US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2786503"/>
            <a:ext cx="44767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09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Porting onnxruntime 1.0.0 on </a:t>
            </a:r>
            <a:r>
              <a:rPr lang="en-US" smtClean="0"/>
              <a:t>c#</a:t>
            </a:r>
            <a:endParaRPr kumimoji="1" lang="en-US" dirty="0"/>
          </a:p>
        </p:txBody>
      </p:sp>
      <p:sp>
        <p:nvSpPr>
          <p:cNvPr id="4" name="テキスト プレースホルダー 3"/>
          <p:cNvSpPr txBox="1">
            <a:spLocks/>
          </p:cNvSpPr>
          <p:nvPr/>
        </p:nvSpPr>
        <p:spPr>
          <a:xfrm>
            <a:off x="467998" y="1424991"/>
            <a:ext cx="11244575" cy="34799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/>
              <a:t>Search </a:t>
            </a:r>
            <a:r>
              <a:rPr lang="en-US" b="1"/>
              <a:t>Microsoft.ML.OnnxRuntime </a:t>
            </a:r>
            <a:r>
              <a:rPr lang="en-US" smtClean="0"/>
              <a:t>and install</a:t>
            </a:r>
          </a:p>
          <a:p>
            <a:pPr lvl="1"/>
            <a:endParaRPr lang="en-US"/>
          </a:p>
          <a:p>
            <a:pPr lvl="1"/>
            <a:endParaRPr lang="en-US" smtClean="0"/>
          </a:p>
          <a:p>
            <a:pPr lvl="1"/>
            <a:endParaRPr lang="en-US"/>
          </a:p>
          <a:p>
            <a:pPr lvl="1"/>
            <a:endParaRPr lang="en-US" smtClean="0"/>
          </a:p>
          <a:p>
            <a:pPr lvl="1"/>
            <a:endParaRPr lang="en-US"/>
          </a:p>
          <a:p>
            <a:pPr lvl="1"/>
            <a:endParaRPr lang="en-US" smtClean="0"/>
          </a:p>
          <a:p>
            <a:pPr lvl="1"/>
            <a:r>
              <a:rPr lang="en-US" smtClean="0"/>
              <a:t>Finish install:</a:t>
            </a:r>
            <a:endParaRPr lang="en-US"/>
          </a:p>
          <a:p>
            <a:pPr lvl="1"/>
            <a:endParaRPr lang="en-US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50820"/>
          <a:stretch/>
        </p:blipFill>
        <p:spPr>
          <a:xfrm>
            <a:off x="3359696" y="2375386"/>
            <a:ext cx="7776864" cy="1579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44857"/>
          <a:stretch/>
        </p:blipFill>
        <p:spPr>
          <a:xfrm>
            <a:off x="2135560" y="4434210"/>
            <a:ext cx="4517057" cy="16859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288" y="4376888"/>
            <a:ext cx="2714625" cy="1724025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7168051" y="4932743"/>
            <a:ext cx="1152128" cy="612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9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Porting onnxruntime 1.0.0 on </a:t>
            </a:r>
            <a:r>
              <a:rPr lang="en-US" smtClean="0"/>
              <a:t>c#</a:t>
            </a:r>
            <a:endParaRPr kumimoji="1" lang="en-US" dirty="0"/>
          </a:p>
        </p:txBody>
      </p:sp>
      <p:sp>
        <p:nvSpPr>
          <p:cNvPr id="4" name="テキスト プレースホルダー 3"/>
          <p:cNvSpPr txBox="1">
            <a:spLocks/>
          </p:cNvSpPr>
          <p:nvPr/>
        </p:nvSpPr>
        <p:spPr>
          <a:xfrm>
            <a:off x="467998" y="1424991"/>
            <a:ext cx="8652337" cy="347992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mtClean="0"/>
              <a:t>Update file </a:t>
            </a:r>
            <a:r>
              <a:rPr lang="en-US" b="1" smtClean="0"/>
              <a:t>Program.cs </a:t>
            </a:r>
            <a:r>
              <a:rPr lang="en-US" smtClean="0"/>
              <a:t>as attached file</a:t>
            </a:r>
            <a:endParaRPr lang="en-US"/>
          </a:p>
          <a:p>
            <a:pPr lvl="1"/>
            <a:endParaRPr lang="en-US" smtClean="0"/>
          </a:p>
          <a:p>
            <a:pPr lvl="1"/>
            <a:endParaRPr lang="en-US"/>
          </a:p>
          <a:p>
            <a:pPr lvl="1"/>
            <a:endParaRPr lang="en-US" smtClean="0"/>
          </a:p>
          <a:p>
            <a:pPr marL="0" lvl="1" indent="0">
              <a:buNone/>
            </a:pPr>
            <a:endParaRPr lang="en-US" smtClean="0"/>
          </a:p>
          <a:p>
            <a:pPr marL="0" lvl="1" indent="0">
              <a:buNone/>
            </a:pPr>
            <a:endParaRPr lang="en-US" smtClean="0"/>
          </a:p>
          <a:p>
            <a:pPr lvl="1"/>
            <a:r>
              <a:rPr lang="en-US" smtClean="0"/>
              <a:t>Modify the </a:t>
            </a:r>
            <a:r>
              <a:rPr lang="en-US" b="1" smtClean="0"/>
              <a:t>Program.cs</a:t>
            </a:r>
            <a:r>
              <a:rPr lang="en-US" smtClean="0"/>
              <a:t> to update the link to Model, input file, output file as below: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118982"/>
              </p:ext>
            </p:extLst>
          </p:nvPr>
        </p:nvGraphicFramePr>
        <p:xfrm>
          <a:off x="2386888" y="1937831"/>
          <a:ext cx="1719947" cy="122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Packager Shell Object" showAsIcon="1" r:id="rId3" imgW="554760" imgH="394920" progId="Package">
                  <p:embed/>
                </p:oleObj>
              </mc:Choice>
              <mc:Fallback>
                <p:oleObj name="Packager Shell Object" showAsIcon="1" r:id="rId3" imgW="554760" imgH="394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6888" y="1937831"/>
                        <a:ext cx="1719947" cy="122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432" y="1554080"/>
            <a:ext cx="3028950" cy="1952625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4435011" y="2224235"/>
            <a:ext cx="1152128" cy="612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051" y="4391555"/>
            <a:ext cx="8644891" cy="5129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04" y="4979053"/>
            <a:ext cx="9857737" cy="60918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051" y="5662743"/>
            <a:ext cx="8997448" cy="51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30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Porting onnxruntime 1.0.0 on </a:t>
            </a:r>
            <a:r>
              <a:rPr lang="en-US" smtClean="0"/>
              <a:t>c#</a:t>
            </a:r>
            <a:endParaRPr kumimoji="1" lang="en-US" dirty="0"/>
          </a:p>
        </p:txBody>
      </p:sp>
      <p:sp>
        <p:nvSpPr>
          <p:cNvPr id="4" name="テキスト プレースホルダー 3"/>
          <p:cNvSpPr txBox="1">
            <a:spLocks/>
          </p:cNvSpPr>
          <p:nvPr/>
        </p:nvSpPr>
        <p:spPr>
          <a:xfrm>
            <a:off x="467998" y="1424991"/>
            <a:ext cx="10524545" cy="481232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mtClean="0"/>
              <a:t>Run program: </a:t>
            </a:r>
            <a:endParaRPr lang="en-US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Console:</a:t>
            </a:r>
          </a:p>
          <a:p>
            <a:pPr lvl="1"/>
            <a:endParaRPr lang="en-US" smtClean="0"/>
          </a:p>
          <a:p>
            <a:pPr lvl="1"/>
            <a:endParaRPr lang="en-US"/>
          </a:p>
          <a:p>
            <a:pPr lvl="1"/>
            <a:endParaRPr lang="en-US" smtClean="0"/>
          </a:p>
          <a:p>
            <a:pPr lvl="1"/>
            <a:endParaRPr lang="en-US"/>
          </a:p>
          <a:p>
            <a:pPr lvl="1"/>
            <a:endParaRPr lang="en-US" smtClean="0"/>
          </a:p>
          <a:p>
            <a:pPr lvl="1"/>
            <a:endParaRPr lang="en-US"/>
          </a:p>
          <a:p>
            <a:pPr lvl="1"/>
            <a:r>
              <a:rPr lang="en-US" smtClean="0"/>
              <a:t>Compare  the output file with the expected output file in </a:t>
            </a:r>
            <a:r>
              <a:rPr lang="en-US" smtClean="0"/>
              <a:t>page4</a:t>
            </a:r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The result are the same: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276872"/>
            <a:ext cx="2608778" cy="2222785"/>
          </a:xfrm>
          <a:prstGeom prst="rect">
            <a:avLst/>
          </a:prstGeom>
        </p:spPr>
      </p:pic>
      <p:sp>
        <p:nvSpPr>
          <p:cNvPr id="9" name="テキスト プレースホルダー 3"/>
          <p:cNvSpPr txBox="1">
            <a:spLocks/>
          </p:cNvSpPr>
          <p:nvPr/>
        </p:nvSpPr>
        <p:spPr>
          <a:xfrm>
            <a:off x="5285841" y="1052736"/>
            <a:ext cx="4835914" cy="17022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mtClean="0"/>
          </a:p>
          <a:p>
            <a:pPr lvl="1"/>
            <a:endParaRPr lang="en-US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mtClean="0"/>
              <a:t>Output file: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5999" b="5964"/>
          <a:stretch/>
        </p:blipFill>
        <p:spPr>
          <a:xfrm>
            <a:off x="6672064" y="2420888"/>
            <a:ext cx="2380967" cy="12241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246" y="4529620"/>
            <a:ext cx="1220017" cy="17797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926" y="4980804"/>
            <a:ext cx="2439041" cy="1280160"/>
          </a:xfrm>
          <a:prstGeom prst="rect">
            <a:avLst/>
          </a:prstGeom>
        </p:spPr>
      </p:pic>
      <p:sp>
        <p:nvSpPr>
          <p:cNvPr id="6" name="Left-Right Arrow 5"/>
          <p:cNvSpPr/>
          <p:nvPr/>
        </p:nvSpPr>
        <p:spPr>
          <a:xfrm>
            <a:off x="6059996" y="5566615"/>
            <a:ext cx="1224136" cy="43204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26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D737A5-6BDA-4496-BFA2-48EC8B9E9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0000" y="1412776"/>
            <a:ext cx="5280000" cy="300339"/>
          </a:xfrm>
        </p:spPr>
        <p:txBody>
          <a:bodyPr/>
          <a:lstStyle/>
          <a:p>
            <a:r>
              <a:rPr lang="en-US" altLang="ja-JP" dirty="0"/>
              <a:t>Renesas.com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</p:sld>
</file>

<file path=ppt/theme/theme1.xml><?xml version="1.0" encoding="utf-8"?>
<a:theme xmlns:a="http://schemas.openxmlformats.org/drawingml/2006/main" name="Renesas Template 2020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E63106A-C05F-495E-8229-D24B783B9330}" vid="{1665157C-E23C-4462-9858-AE6CB20D8E05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A4AEB292C7F940AC7C75BCBC9D5238" ma:contentTypeVersion="10" ma:contentTypeDescription="Create a new document." ma:contentTypeScope="" ma:versionID="b2afb1efd27bd9d1a06b38bac9243d27">
  <xsd:schema xmlns:xsd="http://www.w3.org/2001/XMLSchema" xmlns:xs="http://www.w3.org/2001/XMLSchema" xmlns:p="http://schemas.microsoft.com/office/2006/metadata/properties" xmlns:ns1="http://schemas.microsoft.com/sharepoint/v3" xmlns:ns2="a5cf9098-95d1-4643-bcd4-c3673cd0cbbe" xmlns:ns3="ef34c839-cd0a-494a-bd11-799dc90ee3f6" targetNamespace="http://schemas.microsoft.com/office/2006/metadata/properties" ma:root="true" ma:fieldsID="8e2dc1f41b1791b67cf2c2cef483ebb8" ns1:_="" ns2:_="" ns3:_="">
    <xsd:import namespace="http://schemas.microsoft.com/sharepoint/v3"/>
    <xsd:import namespace="a5cf9098-95d1-4643-bcd4-c3673cd0cbbe"/>
    <xsd:import namespace="ef34c839-cd0a-494a-bd11-799dc90ee3f6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cf9098-95d1-4643-bcd4-c3673cd0cbb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34c839-cd0a-494a-bd11-799dc90ee3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71853E-0EF3-4973-AB23-17AA5798BB66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84dd9f6-50cb-4ac1-978b-315f52073de3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2F3BE601-7F02-4240-9AF6-86A6A55D9A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99B1A2-0D9C-4812-91CC-CE629D093F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5cf9098-95d1-4643-bcd4-c3673cd0cbbe"/>
    <ds:schemaRef ds:uri="ef34c839-cd0a-494a-bd11-799dc90ee3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Renesas_PPTtemp_conf_EN_2020 (1)</Template>
  <TotalTime>1070</TotalTime>
  <Words>360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Narrow</vt:lpstr>
      <vt:lpstr>Calibri</vt:lpstr>
      <vt:lpstr>メイリオ</vt:lpstr>
      <vt:lpstr>Symbol</vt:lpstr>
      <vt:lpstr>Wingdings</vt:lpstr>
      <vt:lpstr>Renesas Template 2020 - EN Confidential</vt:lpstr>
      <vt:lpstr>Packager Shell Object</vt:lpstr>
      <vt:lpstr>Package</vt:lpstr>
      <vt:lpstr>PowerPoint Presentation</vt:lpstr>
      <vt:lpstr>Agenda</vt:lpstr>
      <vt:lpstr>Prepare test data file for python</vt:lpstr>
      <vt:lpstr>Prepare test data file for C#</vt:lpstr>
      <vt:lpstr>Porting onnxruntime 1.0.0 on python</vt:lpstr>
      <vt:lpstr>Porting onnxruntime 1.0.0 on python</vt:lpstr>
      <vt:lpstr>Porting onnxruntime 1.0.0 on c#</vt:lpstr>
      <vt:lpstr>Porting onnxruntime 1.0.0 on c#</vt:lpstr>
      <vt:lpstr>Porting onnxruntime 1.0.0 on c#</vt:lpstr>
      <vt:lpstr>Porting onnxruntime 1.0.0 on c#</vt:lpstr>
      <vt:lpstr>Porting onnxruntime 1.0.0 on c#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Thy Minh. Duong</dc:creator>
  <cp:lastModifiedBy>Hoa Phan</cp:lastModifiedBy>
  <cp:revision>38</cp:revision>
  <dcterms:created xsi:type="dcterms:W3CDTF">2019-12-30T05:11:45Z</dcterms:created>
  <dcterms:modified xsi:type="dcterms:W3CDTF">2020-04-25T07:16:26Z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0x01010016A4AEB292C7F940AC7C75BCBC9D5238</vt:lpwstr>
  </property>
  <property fmtid="{D5CDD505-2E9C-101B-9397-08002B2CF9AE}" pid="3" name="xd_ProgID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TemplateUrl">
    <vt:lpwstr/>
  </property>
</Properties>
</file>